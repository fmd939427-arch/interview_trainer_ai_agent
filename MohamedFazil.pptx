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10" r:id="rId16"/>
    <p:sldId id="304" r:id="rId17"/>
    <p:sldId id="305" r:id="rId18"/>
    <p:sldId id="306" r:id="rId19"/>
    <p:sldId id="307" r:id="rId20"/>
    <p:sldId id="308" r:id="rId21"/>
    <p:sldId id="309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7DED7-87E9-8FFE-C42B-07F44890EE69}" v="36" dt="2026-07-14T12:42:56.73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hrivastava" userId="S::ashrivastava@edunetfoundation.org::c21995ab-fa37-4cde-b5a3-dec0fb9e9a10" providerId="AD" clId="Web-{088AD18C-7811-B1E2-9ED5-57A1A5542DF6}"/>
    <pc:docChg chg="addSld delSld modSld sldOrd">
      <pc:chgData name="Aman Shrivastava" userId="S::ashrivastava@edunetfoundation.org::c21995ab-fa37-4cde-b5a3-dec0fb9e9a10" providerId="AD" clId="Web-{088AD18C-7811-B1E2-9ED5-57A1A5542DF6}" dt="2026-06-19T06:28:44.546" v="262"/>
      <pc:docMkLst>
        <pc:docMk/>
      </pc:docMkLst>
      <pc:sldChg chg="addSp delSp modSp">
        <pc:chgData name="Aman Shrivastava" userId="S::ashrivastava@edunetfoundation.org::c21995ab-fa37-4cde-b5a3-dec0fb9e9a10" providerId="AD" clId="Web-{088AD18C-7811-B1E2-9ED5-57A1A5542DF6}" dt="2026-06-19T06:24:33.481" v="246"/>
        <pc:sldMkLst>
          <pc:docMk/>
          <pc:sldMk cId="0" sldId="257"/>
        </pc:sldMkLst>
        <pc:spChg chg="add mod">
          <ac:chgData name="Aman Shrivastava" userId="S::ashrivastava@edunetfoundation.org::c21995ab-fa37-4cde-b5a3-dec0fb9e9a10" providerId="AD" clId="Web-{088AD18C-7811-B1E2-9ED5-57A1A5542DF6}" dt="2026-06-19T06:23:34.731" v="211" actId="20577"/>
          <ac:spMkLst>
            <pc:docMk/>
            <pc:sldMk cId="0" sldId="257"/>
            <ac:spMk id="3" creationId="{B0B023FA-CFEB-ACE9-8425-7E72E307CDC5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5:34.945" v="78" actId="1076"/>
        <pc:sldMkLst>
          <pc:docMk/>
          <pc:sldMk cId="0" sldId="262"/>
        </pc:sldMkLst>
        <pc:picChg chg="add mod">
          <ac:chgData name="Aman Shrivastava" userId="S::ashrivastava@edunetfoundation.org::c21995ab-fa37-4cde-b5a3-dec0fb9e9a10" providerId="AD" clId="Web-{088AD18C-7811-B1E2-9ED5-57A1A5542DF6}" dt="2026-06-19T06:15:34.945" v="78" actId="1076"/>
          <ac:picMkLst>
            <pc:docMk/>
            <pc:sldMk cId="0" sldId="262"/>
            <ac:picMk id="3" creationId="{81932CE2-F219-0CA8-0102-55B8C682B8A2}"/>
          </ac:picMkLst>
        </pc:picChg>
      </pc:sldChg>
      <pc:sldChg chg="addSp delSp modSp">
        <pc:chgData name="Aman Shrivastava" userId="S::ashrivastava@edunetfoundation.org::c21995ab-fa37-4cde-b5a3-dec0fb9e9a10" providerId="AD" clId="Web-{088AD18C-7811-B1E2-9ED5-57A1A5542DF6}" dt="2026-06-19T06:25:36.169" v="257" actId="20577"/>
        <pc:sldMkLst>
          <pc:docMk/>
          <pc:sldMk cId="2115484872" sldId="277"/>
        </pc:sldMkLst>
        <pc:spChg chg="add mod">
          <ac:chgData name="Aman Shrivastava" userId="S::ashrivastava@edunetfoundation.org::c21995ab-fa37-4cde-b5a3-dec0fb9e9a10" providerId="AD" clId="Web-{088AD18C-7811-B1E2-9ED5-57A1A5542DF6}" dt="2026-06-19T06:25:32.075" v="255" actId="20577"/>
          <ac:spMkLst>
            <pc:docMk/>
            <pc:sldMk cId="2115484872" sldId="277"/>
            <ac:spMk id="14" creationId="{7B8E599E-5B1D-59CD-4F1D-CEF8D0CA327B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5:36.169" v="257" actId="20577"/>
          <ac:spMkLst>
            <pc:docMk/>
            <pc:sldMk cId="2115484872" sldId="277"/>
            <ac:spMk id="15" creationId="{B22EA981-5113-2D05-C1A2-169306E1D47C}"/>
          </ac:spMkLst>
        </pc:spChg>
        <pc:picChg chg="add mod">
          <ac:chgData name="Aman Shrivastava" userId="S::ashrivastava@edunetfoundation.org::c21995ab-fa37-4cde-b5a3-dec0fb9e9a10" providerId="AD" clId="Web-{088AD18C-7811-B1E2-9ED5-57A1A5542DF6}" dt="2026-06-19T06:25:26.403" v="253" actId="1076"/>
          <ac:picMkLst>
            <pc:docMk/>
            <pc:sldMk cId="2115484872" sldId="277"/>
            <ac:picMk id="12" creationId="{3E29AF1D-88C4-87E5-74DF-4E97121E06CE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4" actId="1076"/>
          <ac:picMkLst>
            <pc:docMk/>
            <pc:sldMk cId="2115484872" sldId="277"/>
            <ac:picMk id="13" creationId="{C81444F5-0692-DD67-1759-70821E53B029}"/>
          </ac:picMkLst>
        </pc:picChg>
      </pc:sldChg>
      <pc:sldChg chg="addSp delSp modSp add del ord">
        <pc:chgData name="Aman Shrivastava" userId="S::ashrivastava@edunetfoundation.org::c21995ab-fa37-4cde-b5a3-dec0fb9e9a10" providerId="AD" clId="Web-{088AD18C-7811-B1E2-9ED5-57A1A5542DF6}" dt="2026-06-19T06:28:44.546" v="262"/>
        <pc:sldMkLst>
          <pc:docMk/>
          <pc:sldMk cId="3764405840" sldId="278"/>
        </pc:sldMkLst>
        <pc:spChg chg="add del mod">
          <ac:chgData name="Aman Shrivastava" userId="S::ashrivastava@edunetfoundation.org::c21995ab-fa37-4cde-b5a3-dec0fb9e9a10" providerId="AD" clId="Web-{088AD18C-7811-B1E2-9ED5-57A1A5542DF6}" dt="2026-06-19T06:06:19.065" v="68" actId="20577"/>
          <ac:spMkLst>
            <pc:docMk/>
            <pc:sldMk cId="3764405840" sldId="278"/>
            <ac:spMk id="2" creationId="{151FBD4A-3273-E454-091D-D5B0678FC299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1:15.349" v="75" actId="1076"/>
        <pc:sldMkLst>
          <pc:docMk/>
          <pc:sldMk cId="2772501912" sldId="279"/>
        </pc:sldMkLst>
        <pc:picChg chg="add mod">
          <ac:chgData name="Aman Shrivastava" userId="S::ashrivastava@edunetfoundation.org::c21995ab-fa37-4cde-b5a3-dec0fb9e9a10" providerId="AD" clId="Web-{088AD18C-7811-B1E2-9ED5-57A1A5542DF6}" dt="2026-06-19T06:11:15.349" v="75" actId="1076"/>
          <ac:picMkLst>
            <pc:docMk/>
            <pc:sldMk cId="2772501912" sldId="279"/>
            <ac:picMk id="4" creationId="{C597681A-DF93-B190-DD21-CBAEDA4E3CBF}"/>
          </ac:picMkLst>
        </pc:picChg>
      </pc:sldChg>
      <pc:sldChg chg="addSp delSp ord">
        <pc:chgData name="Aman Shrivastava" userId="S::ashrivastava@edunetfoundation.org::c21995ab-fa37-4cde-b5a3-dec0fb9e9a10" providerId="AD" clId="Web-{088AD18C-7811-B1E2-9ED5-57A1A5542DF6}" dt="2026-06-19T06:27:30.076" v="259"/>
        <pc:sldMkLst>
          <pc:docMk/>
          <pc:sldMk cId="2605851928" sldId="287"/>
        </pc:sldMkLst>
      </pc:sldChg>
      <pc:sldChg chg="addSp delSp modSp new">
        <pc:chgData name="Aman Shrivastava" userId="S::ashrivastava@edunetfoundation.org::c21995ab-fa37-4cde-b5a3-dec0fb9e9a10" providerId="AD" clId="Web-{088AD18C-7811-B1E2-9ED5-57A1A5542DF6}" dt="2026-06-19T05:49:31.148" v="36" actId="20577"/>
        <pc:sldMkLst>
          <pc:docMk/>
          <pc:sldMk cId="1229047658" sldId="288"/>
        </pc:sldMkLst>
        <pc:spChg chg="add mod">
          <ac:chgData name="Aman Shrivastava" userId="S::ashrivastava@edunetfoundation.org::c21995ab-fa37-4cde-b5a3-dec0fb9e9a10" providerId="AD" clId="Web-{088AD18C-7811-B1E2-9ED5-57A1A5542DF6}" dt="2026-06-19T05:49:31.148" v="36" actId="20577"/>
          <ac:spMkLst>
            <pc:docMk/>
            <pc:sldMk cId="1229047658" sldId="288"/>
            <ac:spMk id="6" creationId="{3F1C7BCA-5DD7-F4D3-A937-D1C56976DA01}"/>
          </ac:spMkLst>
        </pc:spChg>
      </pc:sldChg>
    </pc:docChg>
  </pc:docChgLst>
  <pc:docChgLst>
    <pc:chgData name="Aman Shrivastava" userId="S::ashrivastava@edunetfoundation.org::c21995ab-fa37-4cde-b5a3-dec0fb9e9a10" providerId="AD" clId="Web-{E27D249D-B118-0810-7731-E1B1C378D9D3}"/>
    <pc:docChg chg="modSld">
      <pc:chgData name="Aman Shrivastava" userId="S::ashrivastava@edunetfoundation.org::c21995ab-fa37-4cde-b5a3-dec0fb9e9a10" providerId="AD" clId="Web-{E27D249D-B118-0810-7731-E1B1C378D9D3}" dt="2026-06-19T09:09:54.163" v="1" actId="20577"/>
      <pc:docMkLst>
        <pc:docMk/>
      </pc:docMkLst>
      <pc:sldChg chg="modSp">
        <pc:chgData name="Aman Shrivastava" userId="S::ashrivastava@edunetfoundation.org::c21995ab-fa37-4cde-b5a3-dec0fb9e9a10" providerId="AD" clId="Web-{E27D249D-B118-0810-7731-E1B1C378D9D3}" dt="2026-06-19T09:09:54.163" v="1" actId="20577"/>
        <pc:sldMkLst>
          <pc:docMk/>
          <pc:sldMk cId="3764405840" sldId="278"/>
        </pc:sldMkLst>
        <pc:spChg chg="mod">
          <ac:chgData name="Aman Shrivastava" userId="S::ashrivastava@edunetfoundation.org::c21995ab-fa37-4cde-b5a3-dec0fb9e9a10" providerId="AD" clId="Web-{E27D249D-B118-0810-7731-E1B1C378D9D3}" dt="2026-06-19T09:09:54.163" v="1" actId="20577"/>
          <ac:spMkLst>
            <pc:docMk/>
            <pc:sldMk cId="3764405840" sldId="278"/>
            <ac:spMk id="3" creationId="{4A7608B5-9906-EFCF-959A-E89FC2E3EE19}"/>
          </ac:spMkLst>
        </pc:spChg>
      </pc:sldChg>
    </pc:docChg>
  </pc:docChgLst>
  <pc:docChgLst>
    <pc:chgData name="Bhupesh Vyankat Ther" userId="S::bvther@edunetfoundation.org::3dcf1697-dd97-45f9-859f-b5bba4487417" providerId="AD" clId="Web-{9DDCDCB8-E336-06C9-9BC1-C212CD122CD0}"/>
    <pc:docChg chg="modSld">
      <pc:chgData name="Bhupesh Vyankat Ther" userId="S::bvther@edunetfoundation.org::3dcf1697-dd97-45f9-859f-b5bba4487417" providerId="AD" clId="Web-{9DDCDCB8-E336-06C9-9BC1-C212CD122CD0}" dt="2026-06-23T04:41:50.196" v="0" actId="1076"/>
      <pc:docMkLst>
        <pc:docMk/>
      </pc:docMkLst>
      <pc:sldChg chg="modSp">
        <pc:chgData name="Bhupesh Vyankat Ther" userId="S::bvther@edunetfoundation.org::3dcf1697-dd97-45f9-859f-b5bba4487417" providerId="AD" clId="Web-{9DDCDCB8-E336-06C9-9BC1-C212CD122CD0}" dt="2026-06-23T04:41:50.196" v="0" actId="1076"/>
        <pc:sldMkLst>
          <pc:docMk/>
          <pc:sldMk cId="1229047658" sldId="288"/>
        </pc:sldMkLst>
        <pc:picChg chg="mod">
          <ac:chgData name="Bhupesh Vyankat Ther" userId="S::bvther@edunetfoundation.org::3dcf1697-dd97-45f9-859f-b5bba4487417" providerId="AD" clId="Web-{9DDCDCB8-E336-06C9-9BC1-C212CD122CD0}" dt="2026-06-23T04:41:50.196" v="0" actId="1076"/>
          <ac:picMkLst>
            <pc:docMk/>
            <pc:sldMk cId="1229047658" sldId="288"/>
            <ac:picMk id="4" creationId="{A037CFD0-B7FF-D9BE-3433-88E5844EF332}"/>
          </ac:picMkLst>
        </pc:picChg>
      </pc:sldChg>
    </pc:docChg>
  </pc:docChgLst>
  <pc:docChgLst>
    <pc:chgData name="Aswini Kumar Motapothula" userId="S::aswinikumar@edunetfoundation.org::8849ae8d-bc89-4217-899c-9440ffcae5bb" providerId="AD" clId="Web-{5597DED7-87E9-8FFE-C42B-07F44890EE69}"/>
    <pc:docChg chg="addSld delSld">
      <pc:chgData name="Aswini Kumar Motapothula" userId="S::aswinikumar@edunetfoundation.org::8849ae8d-bc89-4217-899c-9440ffcae5bb" providerId="AD" clId="Web-{5597DED7-87E9-8FFE-C42B-07F44890EE69}" dt="2026-07-14T12:42:56.737" v="35"/>
      <pc:docMkLst>
        <pc:docMk/>
      </pc:docMkLst>
      <pc:sldChg chg="del">
        <pc:chgData name="Aswini Kumar Motapothula" userId="S::aswinikumar@edunetfoundation.org::8849ae8d-bc89-4217-899c-9440ffcae5bb" providerId="AD" clId="Web-{5597DED7-87E9-8FFE-C42B-07F44890EE69}" dt="2026-07-14T12:42:56.737" v="35"/>
        <pc:sldMkLst>
          <pc:docMk/>
          <pc:sldMk cId="0" sldId="25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9"/>
        <pc:sldMkLst>
          <pc:docMk/>
          <pc:sldMk cId="0" sldId="26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8"/>
        <pc:sldMkLst>
          <pc:docMk/>
          <pc:sldMk cId="0" sldId="264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1"/>
        <pc:sldMkLst>
          <pc:docMk/>
          <pc:sldMk cId="0" sldId="27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7"/>
        <pc:sldMkLst>
          <pc:docMk/>
          <pc:sldMk cId="2115484872" sldId="27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2"/>
        <pc:sldMkLst>
          <pc:docMk/>
          <pc:sldMk cId="3764405840" sldId="27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0"/>
        <pc:sldMkLst>
          <pc:docMk/>
          <pc:sldMk cId="2772501912" sldId="279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4"/>
        <pc:sldMkLst>
          <pc:docMk/>
          <pc:sldMk cId="2136706720" sldId="280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1"/>
        <pc:sldMkLst>
          <pc:docMk/>
          <pc:sldMk cId="328526394" sldId="281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4"/>
        <pc:sldMkLst>
          <pc:docMk/>
          <pc:sldMk cId="2952584201" sldId="28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42.455" v="20"/>
        <pc:sldMkLst>
          <pc:docMk/>
          <pc:sldMk cId="957564641" sldId="283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3"/>
        <pc:sldMkLst>
          <pc:docMk/>
          <pc:sldMk cId="2290294991" sldId="285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6"/>
        <pc:sldMkLst>
          <pc:docMk/>
          <pc:sldMk cId="917964102" sldId="28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5"/>
        <pc:sldMkLst>
          <pc:docMk/>
          <pc:sldMk cId="2605851928" sldId="28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3"/>
        <pc:sldMkLst>
          <pc:docMk/>
          <pc:sldMk cId="1229047658" sldId="28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2"/>
        <pc:sldMkLst>
          <pc:docMk/>
          <pc:sldMk cId="2506610743" sldId="28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157" v="0"/>
        <pc:sldMkLst>
          <pc:docMk/>
          <pc:sldMk cId="3828559527" sldId="29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04" v="1"/>
        <pc:sldMkLst>
          <pc:docMk/>
          <pc:sldMk cId="952317876" sldId="29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66" v="2"/>
        <pc:sldMkLst>
          <pc:docMk/>
          <pc:sldMk cId="261653373" sldId="29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13" v="3"/>
        <pc:sldMkLst>
          <pc:docMk/>
          <pc:sldMk cId="619459906" sldId="29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60" v="4"/>
        <pc:sldMkLst>
          <pc:docMk/>
          <pc:sldMk cId="443603904" sldId="29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563" v="5"/>
        <pc:sldMkLst>
          <pc:docMk/>
          <pc:sldMk cId="3114963633" sldId="29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735" v="6"/>
        <pc:sldMkLst>
          <pc:docMk/>
          <pc:sldMk cId="1316545553" sldId="29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923" v="7"/>
        <pc:sldMkLst>
          <pc:docMk/>
          <pc:sldMk cId="232371894" sldId="29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094" v="8"/>
        <pc:sldMkLst>
          <pc:docMk/>
          <pc:sldMk cId="445195169" sldId="29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235" v="9"/>
        <pc:sldMkLst>
          <pc:docMk/>
          <pc:sldMk cId="4000696967" sldId="29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345" v="10"/>
        <pc:sldMkLst>
          <pc:docMk/>
          <pc:sldMk cId="893417001" sldId="30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548" v="11"/>
        <pc:sldMkLst>
          <pc:docMk/>
          <pc:sldMk cId="1429961814" sldId="30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704" v="12"/>
        <pc:sldMkLst>
          <pc:docMk/>
          <pc:sldMk cId="3585092305" sldId="30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876" v="13"/>
        <pc:sldMkLst>
          <pc:docMk/>
          <pc:sldMk cId="2601907186" sldId="30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38" v="14"/>
        <pc:sldMkLst>
          <pc:docMk/>
          <pc:sldMk cId="2325282270" sldId="30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70" v="15"/>
        <pc:sldMkLst>
          <pc:docMk/>
          <pc:sldMk cId="4040412275" sldId="30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016" v="16"/>
        <pc:sldMkLst>
          <pc:docMk/>
          <pc:sldMk cId="740028465" sldId="30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157" v="17"/>
        <pc:sldMkLst>
          <pc:docMk/>
          <pc:sldMk cId="2833482715" sldId="30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282" v="18"/>
        <pc:sldMkLst>
          <pc:docMk/>
          <pc:sldMk cId="4175177701" sldId="30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391" v="19"/>
        <pc:sldMkLst>
          <pc:docMk/>
          <pc:sldMk cId="1440137342" sldId="309"/>
        </pc:sldMkLst>
      </pc:sldChg>
    </pc:docChg>
  </pc:docChgLst>
  <pc:docChgLst>
    <pc:chgData name="Aswini Kumar Motapothula" userId="S::aswinikumar@edunetfoundation.org::8849ae8d-bc89-4217-899c-9440ffcae5bb" providerId="AD" clId="Web-{0037A25B-DA5D-A37C-3B36-7F0977405ABF}"/>
    <pc:docChg chg="addSld modSld">
      <pc:chgData name="Aswini Kumar Motapothula" userId="S::aswinikumar@edunetfoundation.org::8849ae8d-bc89-4217-899c-9440ffcae5bb" providerId="AD" clId="Web-{0037A25B-DA5D-A37C-3B36-7F0977405ABF}" dt="2026-06-19T05:59:39.887" v="95" actId="20577"/>
      <pc:docMkLst>
        <pc:docMk/>
      </pc:docMkLst>
      <pc:sldChg chg="addSp delSp modSp">
        <pc:chgData name="Aswini Kumar Motapothula" userId="S::aswinikumar@edunetfoundation.org::8849ae8d-bc89-4217-899c-9440ffcae5bb" providerId="AD" clId="Web-{0037A25B-DA5D-A37C-3B36-7F0977405ABF}" dt="2026-06-19T05:59:39.887" v="95" actId="20577"/>
        <pc:sldMkLst>
          <pc:docMk/>
          <pc:sldMk cId="1229047658" sldId="288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9:39.887" v="95" actId="20577"/>
          <ac:spMkLst>
            <pc:docMk/>
            <pc:sldMk cId="1229047658" sldId="288"/>
            <ac:spMk id="3" creationId="{4837D5EE-379B-FDC5-0854-8AC81D31FADF}"/>
          </ac:spMkLst>
        </pc:spChg>
      </pc:sldChg>
      <pc:sldChg chg="addSp delSp modSp new">
        <pc:chgData name="Aswini Kumar Motapothula" userId="S::aswinikumar@edunetfoundation.org::8849ae8d-bc89-4217-899c-9440ffcae5bb" providerId="AD" clId="Web-{0037A25B-DA5D-A37C-3B36-7F0977405ABF}" dt="2026-06-19T05:55:38.278" v="91" actId="1076"/>
        <pc:sldMkLst>
          <pc:docMk/>
          <pc:sldMk cId="2506610743" sldId="289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4:43.950" v="57" actId="1076"/>
          <ac:spMkLst>
            <pc:docMk/>
            <pc:sldMk cId="2506610743" sldId="289"/>
            <ac:spMk id="5" creationId="{CA8544A9-CF92-3FAF-D3EE-31DF90F7A64D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5:27.278" v="87" actId="20577"/>
          <ac:spMkLst>
            <pc:docMk/>
            <pc:sldMk cId="2506610743" sldId="289"/>
            <ac:spMk id="6" creationId="{C0D36B1A-26C2-CD55-1032-4CB5E4EDF305}"/>
          </ac:spMkLst>
        </pc:spChg>
        <pc:picChg chg="add mod modCrop">
          <ac:chgData name="Aswini Kumar Motapothula" userId="S::aswinikumar@edunetfoundation.org::8849ae8d-bc89-4217-899c-9440ffcae5bb" providerId="AD" clId="Web-{0037A25B-DA5D-A37C-3B36-7F0977405ABF}" dt="2026-06-19T05:55:38.278" v="91" actId="1076"/>
          <ac:picMkLst>
            <pc:docMk/>
            <pc:sldMk cId="2506610743" sldId="289"/>
            <ac:picMk id="4" creationId="{099C3698-991D-7A38-C456-893C84C23FC9}"/>
          </ac:picMkLst>
        </pc:picChg>
      </pc:sldChg>
    </pc:docChg>
  </pc:docChgLst>
  <pc:docChgLst>
    <pc:chgData name="Aman Shrivastava" userId="S::ashrivastava@edunetfoundation.org::c21995ab-fa37-4cde-b5a3-dec0fb9e9a10" providerId="AD" clId="Web-{A6B9108B-7598-1D50-C4AA-8A38026DAEEF}"/>
    <pc:docChg chg="modSld">
      <pc:chgData name="Aman Shrivastava" userId="S::ashrivastava@edunetfoundation.org::c21995ab-fa37-4cde-b5a3-dec0fb9e9a10" providerId="AD" clId="Web-{A6B9108B-7598-1D50-C4AA-8A38026DAEEF}" dt="2026-06-19T06:56:18.840" v="15" actId="20577"/>
      <pc:docMkLst>
        <pc:docMk/>
      </pc:docMkLst>
      <pc:sldChg chg="modSp">
        <pc:chgData name="Aman Shrivastava" userId="S::ashrivastava@edunetfoundation.org::c21995ab-fa37-4cde-b5a3-dec0fb9e9a10" providerId="AD" clId="Web-{A6B9108B-7598-1D50-C4AA-8A38026DAEEF}" dt="2026-06-19T06:56:18.840" v="15" actId="20577"/>
        <pc:sldMkLst>
          <pc:docMk/>
          <pc:sldMk cId="2605851928" sldId="287"/>
        </pc:sldMkLst>
        <pc:spChg chg="mod">
          <ac:chgData name="Aman Shrivastava" userId="S::ashrivastava@edunetfoundation.org::c21995ab-fa37-4cde-b5a3-dec0fb9e9a10" providerId="AD" clId="Web-{A6B9108B-7598-1D50-C4AA-8A38026DAEEF}" dt="2026-06-19T06:56:18.840" v="15" actId="20577"/>
          <ac:spMkLst>
            <pc:docMk/>
            <pc:sldMk cId="2605851928" sldId="287"/>
            <ac:spMk id="279" creationId="{3711AF54-94A6-B837-31EF-9A8C4ECB9AF6}"/>
          </ac:spMkLst>
        </pc:spChg>
      </pc:sldChg>
      <pc:sldChg chg="addSp delSp modSp">
        <pc:chgData name="Aman Shrivastava" userId="S::ashrivastava@edunetfoundation.org::c21995ab-fa37-4cde-b5a3-dec0fb9e9a10" providerId="AD" clId="Web-{A6B9108B-7598-1D50-C4AA-8A38026DAEEF}" dt="2026-06-19T06:56:04.356" v="13" actId="1076"/>
        <pc:sldMkLst>
          <pc:docMk/>
          <pc:sldMk cId="1229047658" sldId="288"/>
        </pc:sldMkLst>
        <pc:picChg chg="add mod">
          <ac:chgData name="Aman Shrivastava" userId="S::ashrivastava@edunetfoundation.org::c21995ab-fa37-4cde-b5a3-dec0fb9e9a10" providerId="AD" clId="Web-{A6B9108B-7598-1D50-C4AA-8A38026DAEEF}" dt="2026-06-19T06:56:04.356" v="13" actId="1076"/>
          <ac:picMkLst>
            <pc:docMk/>
            <pc:sldMk cId="1229047658" sldId="288"/>
            <ac:picMk id="4" creationId="{A037CFD0-B7FF-D9BE-3433-88E5844EF332}"/>
          </ac:picMkLst>
        </pc:picChg>
      </pc:sldChg>
      <pc:sldChg chg="addSp delSp modSp">
        <pc:chgData name="Aman Shrivastava" userId="S::ashrivastava@edunetfoundation.org::c21995ab-fa37-4cde-b5a3-dec0fb9e9a10" providerId="AD" clId="Web-{A6B9108B-7598-1D50-C4AA-8A38026DAEEF}" dt="2026-06-19T06:53:17.010" v="3"/>
        <pc:sldMkLst>
          <pc:docMk/>
          <pc:sldMk cId="2506610743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md939427-arch/Interview_Trainer_AI_Agent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540612006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Mohamed Fazil N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mf8477@srmist.edu.in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8072093912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[ </a:t>
            </a:r>
            <a:r>
              <a:rPr lang="en-US" sz="2000" b="1" dirty="0">
                <a:highlight>
                  <a:srgbClr val="FFFF00"/>
                </a:highlight>
              </a:rPr>
              <a:t>Artificial Intelligence(AI)&amp;Career Development) … ]</a:t>
            </a:r>
            <a:endParaRPr lang="en-IN" sz="20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>
                <a:highlight>
                  <a:srgbClr val="FFFF00"/>
                </a:highlight>
              </a:rPr>
              <a:t>[</a:t>
            </a:r>
            <a:r>
              <a:rPr lang="en-US" sz="2800" b="1" dirty="0">
                <a:solidFill>
                  <a:srgbClr val="002060"/>
                </a:solidFill>
                <a:highlight>
                  <a:srgbClr val="FFFF00"/>
                </a:highlight>
                <a:latin typeface="+mj-lt"/>
                <a:cs typeface="Times New Roman"/>
                <a:sym typeface="Times New Roman"/>
              </a:rPr>
              <a:t>AI Interview Trainer Agent</a:t>
            </a:r>
            <a:r>
              <a:rPr lang="en-US" sz="2400" b="1" dirty="0">
                <a:highlight>
                  <a:srgbClr val="FFFF00"/>
                </a:highlight>
              </a:rPr>
              <a:t>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8AEF36-7C4A-B9A1-CAA7-17341E28F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9425" y="3639023"/>
            <a:ext cx="1128420" cy="112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AI Interview Trainer Agent</a:t>
            </a:r>
          </a:p>
          <a:p>
            <a:pPr fontAlgn="base"/>
            <a:r>
              <a:rPr lang="en-US" b="1" dirty="0"/>
              <a:t>The Challenge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Students and job seekers often struggle to prepare effectively for interviews due to limited access to personalized guidance, lack of role-specific practice, and difficulty identifying weaknesses in their answers. Traditional interview preparation methods are often generic and do not provide real-time, personalized feedback.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The Objective</a:t>
            </a:r>
            <a:r>
              <a:rPr lang="en-US" dirty="0"/>
              <a:t> :</a:t>
            </a:r>
          </a:p>
          <a:p>
            <a:pPr fontAlgn="base"/>
            <a:r>
              <a:rPr lang="en-US" dirty="0"/>
              <a:t>Build an </a:t>
            </a:r>
            <a:r>
              <a:rPr lang="en-US" b="1" dirty="0"/>
              <a:t>AI-powered Interview Trainer Agent </a:t>
            </a:r>
            <a:r>
              <a:rPr lang="en-US" dirty="0"/>
              <a:t>that provides personalized interview preparation.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• </a:t>
            </a:r>
            <a:r>
              <a:rPr lang="en-US" b="1" dirty="0"/>
              <a:t>Personalized Interview Preparation </a:t>
            </a:r>
            <a:r>
              <a:rPr lang="en-US" dirty="0"/>
              <a:t>– Generate interview questions based on user profile and role.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• </a:t>
            </a:r>
            <a:r>
              <a:rPr lang="en-US" b="1" dirty="0"/>
              <a:t>RAG-Based Knowledge Retrieval </a:t>
            </a:r>
            <a:r>
              <a:rPr lang="en-US" dirty="0"/>
              <a:t>– Retrieve relevant information for context-aware questions and answers.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• </a:t>
            </a:r>
            <a:r>
              <a:rPr lang="en-US" b="1" dirty="0"/>
              <a:t>Resume-Based Interviewing </a:t>
            </a:r>
            <a:r>
              <a:rPr lang="en-US" dirty="0"/>
              <a:t>– Analyze the user's resume and generate relevant questions.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• </a:t>
            </a:r>
            <a:r>
              <a:rPr lang="en-US" b="1" dirty="0"/>
              <a:t>Role-Specific Questions </a:t>
            </a:r>
            <a:r>
              <a:rPr lang="en-US" dirty="0"/>
              <a:t>– Provide technical, HR, and behavioral questions.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• </a:t>
            </a:r>
            <a:r>
              <a:rPr lang="en-US" b="1" dirty="0"/>
              <a:t>AI Answer Evaluation </a:t>
            </a:r>
            <a:r>
              <a:rPr lang="en-US" dirty="0"/>
              <a:t>– Analyze responses and provide scores and feedback.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• </a:t>
            </a:r>
            <a:r>
              <a:rPr lang="en-US" b="1" dirty="0"/>
              <a:t>Adaptive Difficulty</a:t>
            </a:r>
            <a:r>
              <a:rPr lang="en-US" dirty="0"/>
              <a:t> – Adjust interview difficulty based on performance.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• </a:t>
            </a:r>
            <a:r>
              <a:rPr lang="en-US" b="1" dirty="0"/>
              <a:t>Multi-Agent System </a:t>
            </a:r>
            <a:r>
              <a:rPr lang="en-US" dirty="0"/>
              <a:t>– Use specialized agents for question generation, evaluation, feedback, and career guidance.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• </a:t>
            </a:r>
            <a:r>
              <a:rPr lang="en-US" b="1" dirty="0"/>
              <a:t>Performance Dashboard </a:t>
            </a:r>
            <a:r>
              <a:rPr lang="en-US" dirty="0"/>
              <a:t>– Display scores, progress, strengths, and weaknesses.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Proposed Solution: </a:t>
            </a:r>
            <a:r>
              <a:rPr lang="en-US" sz="2000" dirty="0"/>
              <a:t>AI-Powered Interview Trainer Agent</a:t>
            </a:r>
          </a:p>
          <a:p>
            <a:endParaRPr lang="en-US" b="1" dirty="0"/>
          </a:p>
          <a:p>
            <a:r>
              <a:rPr lang="en-US" dirty="0"/>
              <a:t>The proposed solution is a multi-agent AI Interview Trainer built using </a:t>
            </a:r>
            <a:r>
              <a:rPr lang="en-US" b="1" dirty="0"/>
              <a:t>IBM Cloud, IBM watsonx.ai, IBM Granite, RAG, and IBM Bob</a:t>
            </a:r>
            <a:r>
              <a:rPr lang="en-US" dirty="0"/>
              <a:t> for personalized and interactive interview preparation.</a:t>
            </a:r>
          </a:p>
          <a:p>
            <a:r>
              <a:rPr lang="en-US" b="1" dirty="0"/>
              <a:t>The solution consists of multiple specialized agents:</a:t>
            </a:r>
          </a:p>
          <a:p>
            <a:endParaRPr lang="en-US" b="1" dirty="0"/>
          </a:p>
          <a:p>
            <a:r>
              <a:rPr lang="en-US" b="1" dirty="0"/>
              <a:t>Interview Question Agent – </a:t>
            </a:r>
            <a:r>
              <a:rPr lang="en-US" dirty="0"/>
              <a:t>Generates technical, HR, behavioral, and role-specific questions.</a:t>
            </a:r>
          </a:p>
          <a:p>
            <a:endParaRPr lang="en-US" b="1" dirty="0"/>
          </a:p>
          <a:p>
            <a:r>
              <a:rPr lang="en-US" b="1" dirty="0"/>
              <a:t>Resume Analysis Agent – </a:t>
            </a:r>
            <a:r>
              <a:rPr lang="en-US" dirty="0"/>
              <a:t>Analyzes the resume and generates personalized questions.</a:t>
            </a:r>
          </a:p>
          <a:p>
            <a:endParaRPr lang="en-US" b="1" dirty="0"/>
          </a:p>
          <a:p>
            <a:r>
              <a:rPr lang="en-US" b="1" dirty="0"/>
              <a:t>Answer Evaluation Agent – </a:t>
            </a:r>
            <a:r>
              <a:rPr lang="en-US" dirty="0"/>
              <a:t>Evaluates answers, scores performance, and identifies weaknesses</a:t>
            </a:r>
            <a:r>
              <a:rPr lang="en-US" b="1" dirty="0"/>
              <a:t>.</a:t>
            </a:r>
          </a:p>
          <a:p>
            <a:endParaRPr lang="en-US" b="1" dirty="0"/>
          </a:p>
          <a:p>
            <a:r>
              <a:rPr lang="en-US" b="1" dirty="0"/>
              <a:t>Feedback &amp; Career Guidance Agent – </a:t>
            </a:r>
            <a:r>
              <a:rPr lang="en-US" dirty="0"/>
              <a:t>Provides improvement suggestions and interview preparation strategies.</a:t>
            </a:r>
          </a:p>
          <a:p>
            <a:endParaRPr lang="en-US" b="1" dirty="0"/>
          </a:p>
          <a:p>
            <a:r>
              <a:rPr lang="en-US" b="1" dirty="0"/>
              <a:t>Adaptive Interview Agent – </a:t>
            </a:r>
            <a:r>
              <a:rPr lang="en-US" dirty="0"/>
              <a:t>Adjusts question difficulty based on the candidate's performance</a:t>
            </a:r>
            <a:r>
              <a:rPr lang="en-US" b="1" dirty="0"/>
              <a:t>.</a:t>
            </a:r>
          </a:p>
          <a:p>
            <a:endParaRPr lang="en-US" b="1" dirty="0"/>
          </a:p>
          <a:p>
            <a:r>
              <a:rPr lang="en-US" b="1" dirty="0"/>
              <a:t>RAG-based knowledge retrieval </a:t>
            </a:r>
            <a:r>
              <a:rPr lang="en-US" dirty="0"/>
              <a:t>supports accurate and context-aware question generation and evaluation.</a:t>
            </a:r>
          </a:p>
          <a:p>
            <a:endParaRPr lang="en-US" dirty="0"/>
          </a:p>
          <a:p>
            <a:r>
              <a:rPr lang="en-US" b="1" dirty="0"/>
              <a:t>Real-Time AI Interview Simulation Agent </a:t>
            </a:r>
            <a:r>
              <a:rPr lang="en-US" dirty="0"/>
              <a:t>– Conducts interactive mock interviews and generates dynamic questions based on the candidate’s responses and selected job role.</a:t>
            </a:r>
          </a:p>
          <a:p>
            <a:endParaRPr lang="en-US" dirty="0"/>
          </a:p>
          <a:p>
            <a:r>
              <a:rPr lang="en-US" b="1" dirty="0"/>
              <a:t>Personalized Performance &amp; Skill Gap Analysis Agent </a:t>
            </a:r>
            <a:r>
              <a:rPr lang="en-US" dirty="0"/>
              <a:t>– Identifies technical and communication weaknesses, provides performance scores, and recommends targeted areas for improvement.</a:t>
            </a:r>
          </a:p>
          <a:p>
            <a:r>
              <a:rPr lang="en-US" dirty="0"/>
              <a:t>Overall, the multi-agent architecture creates an </a:t>
            </a:r>
            <a:r>
              <a:rPr lang="en-US" b="1" dirty="0"/>
              <a:t>intelligent, adaptive, and personalized </a:t>
            </a:r>
            <a:r>
              <a:rPr lang="en-US" dirty="0"/>
              <a:t>interview simulation experience</a:t>
            </a:r>
            <a:r>
              <a:rPr lang="en-US" b="1" dirty="0"/>
              <a:t>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Technology Used :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863600" y="1016000"/>
            <a:ext cx="10429240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800" b="1" dirty="0"/>
          </a:p>
          <a:p>
            <a:r>
              <a:rPr lang="en-US" sz="1800" b="1" dirty="0"/>
              <a:t>IBM Bob – </a:t>
            </a:r>
            <a:r>
              <a:rPr lang="en-US" sz="1800" dirty="0"/>
              <a:t>AI-assisted project development…</a:t>
            </a:r>
          </a:p>
          <a:p>
            <a:endParaRPr lang="en-US" sz="1800" b="1" dirty="0"/>
          </a:p>
          <a:p>
            <a:r>
              <a:rPr lang="en-US" sz="1800" b="1" dirty="0"/>
              <a:t>IBM watsonx.ai </a:t>
            </a:r>
            <a:r>
              <a:rPr lang="en-US" sz="1800" dirty="0"/>
              <a:t>– AI platform for accessing and using foundation models</a:t>
            </a:r>
          </a:p>
          <a:p>
            <a:endParaRPr lang="en-US" sz="1800" dirty="0"/>
          </a:p>
          <a:p>
            <a:r>
              <a:rPr lang="en-US" sz="1800" b="1" dirty="0"/>
              <a:t>IBM Granite – </a:t>
            </a:r>
            <a:r>
              <a:rPr lang="en-US" sz="1800" dirty="0"/>
              <a:t>LLM used for interview question generation, answer evaluation and feedback</a:t>
            </a:r>
          </a:p>
          <a:p>
            <a:endParaRPr lang="en-US" sz="1800" dirty="0"/>
          </a:p>
          <a:p>
            <a:r>
              <a:rPr lang="en-US" sz="1800" b="1" dirty="0"/>
              <a:t>IBM Cloud Lite / RAG – </a:t>
            </a:r>
            <a:r>
              <a:rPr lang="en-US" sz="1800" dirty="0"/>
              <a:t>Knowledge retrieval for role-specific interview information</a:t>
            </a:r>
          </a:p>
          <a:p>
            <a:endParaRPr lang="en-US" sz="1800" b="1" dirty="0"/>
          </a:p>
          <a:p>
            <a:r>
              <a:rPr lang="en-US" sz="1800" b="1" dirty="0"/>
              <a:t>React.js </a:t>
            </a:r>
            <a:r>
              <a:rPr lang="en-US" sz="1800" dirty="0"/>
              <a:t>– Frontend user interface</a:t>
            </a:r>
          </a:p>
          <a:p>
            <a:endParaRPr lang="en-US" sz="1800" dirty="0"/>
          </a:p>
          <a:p>
            <a:r>
              <a:rPr lang="en-US" sz="1800" b="1" dirty="0"/>
              <a:t>Tailwind CSS – </a:t>
            </a:r>
            <a:r>
              <a:rPr lang="en-US" sz="1800" dirty="0"/>
              <a:t>Frontend styling and responsive design</a:t>
            </a:r>
          </a:p>
          <a:p>
            <a:endParaRPr lang="en-US" sz="1800" dirty="0"/>
          </a:p>
          <a:p>
            <a:r>
              <a:rPr lang="en-US" sz="1800" b="1" dirty="0"/>
              <a:t>JavaScript / Node.js – </a:t>
            </a:r>
            <a:r>
              <a:rPr lang="en-US" sz="1800" dirty="0"/>
              <a:t>Application and backend functionality</a:t>
            </a:r>
          </a:p>
          <a:p>
            <a:endParaRPr lang="en-US" sz="1800" dirty="0"/>
          </a:p>
          <a:p>
            <a:r>
              <a:rPr lang="en-US" sz="1800" b="1" dirty="0"/>
              <a:t>RAG (Retrieval-Augmented Generation) – </a:t>
            </a:r>
            <a:r>
              <a:rPr lang="en-US" sz="1800" dirty="0"/>
              <a:t>Retrieves relevant interview knowledge before generating responses</a:t>
            </a:r>
          </a:p>
          <a:p>
            <a:endParaRPr lang="en-US" sz="1800" dirty="0"/>
          </a:p>
          <a:p>
            <a:r>
              <a:rPr lang="en-US" sz="1800" b="1" dirty="0"/>
              <a:t>Railway – </a:t>
            </a:r>
            <a:r>
              <a:rPr lang="en-US" sz="1800" dirty="0"/>
              <a:t>Cloud deployment and hosting</a:t>
            </a:r>
          </a:p>
          <a:p>
            <a:endParaRPr lang="en-US" sz="1800" dirty="0"/>
          </a:p>
          <a:p>
            <a:endParaRPr 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App.py</a:t>
            </a:r>
          </a:p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Requirements.txt</a:t>
            </a:r>
          </a:p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Style.css </a:t>
            </a:r>
          </a:p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.env</a:t>
            </a:r>
          </a:p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Index.html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 </a:t>
            </a:r>
            <a:endParaRPr lang="en-IN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6C81E80-ED7B-4240-A8EE-0221D9ACD900}"/>
              </a:ext>
            </a:extLst>
          </p:cNvPr>
          <p:cNvSpPr/>
          <p:nvPr/>
        </p:nvSpPr>
        <p:spPr>
          <a:xfrm rot="8280234">
            <a:off x="7719727" y="1520573"/>
            <a:ext cx="923544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26ED40-F16E-37A3-697B-9FA4C5FE8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89" y="863187"/>
            <a:ext cx="10938608" cy="560294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631B3E-2361-A46C-3854-4993586EE874}"/>
              </a:ext>
            </a:extLst>
          </p:cNvPr>
          <p:cNvSpPr/>
          <p:nvPr/>
        </p:nvSpPr>
        <p:spPr>
          <a:xfrm>
            <a:off x="7882467" y="2124421"/>
            <a:ext cx="3530600" cy="35699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3F85DA-C36E-8AE8-D212-80944F13C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0" y="960438"/>
            <a:ext cx="10858543" cy="546576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B05E300-5AD7-7440-C456-B7E960886915}"/>
              </a:ext>
            </a:extLst>
          </p:cNvPr>
          <p:cNvSpPr/>
          <p:nvPr/>
        </p:nvSpPr>
        <p:spPr>
          <a:xfrm>
            <a:off x="2142067" y="5308600"/>
            <a:ext cx="4631266" cy="7196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B6EB4C-9C0A-12C6-676A-BB8DA35A7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13833"/>
            <a:ext cx="10972800" cy="563033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FBD6AC1-6099-F97A-65B2-C4162F2015C3}"/>
              </a:ext>
            </a:extLst>
          </p:cNvPr>
          <p:cNvSpPr/>
          <p:nvPr/>
        </p:nvSpPr>
        <p:spPr>
          <a:xfrm>
            <a:off x="7950200" y="2057400"/>
            <a:ext cx="3462867" cy="28786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B5A3BE-BF22-63A6-35EE-2AB9F0F90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0" y="702733"/>
            <a:ext cx="10909343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5BF8AE-D232-C154-53EF-EAF35C0F5B48}"/>
              </a:ext>
            </a:extLst>
          </p:cNvPr>
          <p:cNvSpPr txBox="1"/>
          <p:nvPr/>
        </p:nvSpPr>
        <p:spPr>
          <a:xfrm>
            <a:off x="475488" y="1016000"/>
            <a:ext cx="7567845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b="1" dirty="0"/>
          </a:p>
          <a:p>
            <a:endParaRPr lang="en-IN" dirty="0"/>
          </a:p>
          <a:p>
            <a:r>
              <a:rPr lang="en-IN" sz="2000" b="1" dirty="0"/>
              <a:t>Role of Agentic AI in Interview Trainer Agent</a:t>
            </a:r>
          </a:p>
          <a:p>
            <a:endParaRPr lang="en-IN" dirty="0"/>
          </a:p>
          <a:p>
            <a:r>
              <a:rPr lang="en-IN" b="1" dirty="0"/>
              <a:t>Agentic AI </a:t>
            </a:r>
            <a:r>
              <a:rPr lang="en-IN" dirty="0"/>
              <a:t>enables the Interview Trainer Agent to function as an intelligent, autonomous system rather than a simple chatbot. Using </a:t>
            </a:r>
            <a:r>
              <a:rPr lang="en-IN" b="1" dirty="0"/>
              <a:t>IBM </a:t>
            </a:r>
            <a:r>
              <a:rPr lang="en-IN" b="1" dirty="0" err="1"/>
              <a:t>watsonx</a:t>
            </a:r>
            <a:r>
              <a:rPr lang="en-IN" b="1" dirty="0"/>
              <a:t> Orchestrate </a:t>
            </a:r>
            <a:r>
              <a:rPr lang="en-IN" dirty="0"/>
              <a:t>and </a:t>
            </a:r>
            <a:r>
              <a:rPr lang="en-IN" b="1" dirty="0"/>
              <a:t>IBM Granite models,</a:t>
            </a:r>
            <a:r>
              <a:rPr lang="en-IN" dirty="0"/>
              <a:t> it coordinates multiple specialized agents to deliver personalized interview preparation. Each agent performs a specific role—such as retrieving role-specific questions, generating model answers, and evaluating user responses—while working collaboratively. This  </a:t>
            </a:r>
            <a:r>
              <a:rPr lang="en-IN" b="1" dirty="0"/>
              <a:t>multi-agent approach</a:t>
            </a:r>
            <a:r>
              <a:rPr lang="en-IN" dirty="0"/>
              <a:t> ensures efficient task execution and accurate, relevant feedback.</a:t>
            </a:r>
          </a:p>
          <a:p>
            <a:endParaRPr lang="en-IN" dirty="0"/>
          </a:p>
          <a:p>
            <a:r>
              <a:rPr lang="en-IN" dirty="0"/>
              <a:t>Agentic AI also brings </a:t>
            </a:r>
            <a:r>
              <a:rPr lang="en-IN" b="1" dirty="0"/>
              <a:t>context awareness</a:t>
            </a:r>
            <a:r>
              <a:rPr lang="en-IN" dirty="0"/>
              <a:t>, understanding user details like job role, experience level, and resume content to generate tailored questions and recommendations. It supports </a:t>
            </a:r>
            <a:r>
              <a:rPr lang="en-IN" b="1" dirty="0"/>
              <a:t>real-time adaptation</a:t>
            </a:r>
            <a:r>
              <a:rPr lang="en-IN" dirty="0"/>
              <a:t>, continuously adjusting question difficulty and focus areas based on the user's live performance. Additionally, agents communicate with each other, enabling better decision-making and improved outcomes.</a:t>
            </a:r>
          </a:p>
          <a:p>
            <a:endParaRPr lang="en-IN" dirty="0"/>
          </a:p>
          <a:p>
            <a:r>
              <a:rPr lang="en-IN" dirty="0"/>
              <a:t>Overall, Agentic AI makes the system proactive, personalized, and goal-driven, acting like a </a:t>
            </a:r>
            <a:r>
              <a:rPr lang="en-IN" b="1" dirty="0"/>
              <a:t>smart digital interview coach</a:t>
            </a:r>
            <a:r>
              <a:rPr lang="en-IN" dirty="0"/>
              <a:t> that helps users build confidence and succeed in competitive hiring environments.</a:t>
            </a:r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Token Usage 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1597 token are used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8E599E-5B1D-59CD-4F1D-CEF8D0CA327B}"/>
              </a:ext>
            </a:extLst>
          </p:cNvPr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Before Prompt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EA981-5113-2D05-C1A2-169306E1D47C}"/>
              </a:ext>
            </a:extLst>
          </p:cNvPr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After the Prompt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9FD9BA-0DD1-C924-5A33-33BD8944E5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398" b="3693"/>
          <a:stretch>
            <a:fillRect/>
          </a:stretch>
        </p:blipFill>
        <p:spPr>
          <a:xfrm>
            <a:off x="393963" y="2768600"/>
            <a:ext cx="5378027" cy="29548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735A78-E70C-BACA-27B0-74FAD527B64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74" t="6731" r="703" b="4465"/>
          <a:stretch>
            <a:fillRect/>
          </a:stretch>
        </p:blipFill>
        <p:spPr>
          <a:xfrm>
            <a:off x="6596751" y="2768600"/>
            <a:ext cx="4926383" cy="295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A977A3-5FA0-8FF5-E1D1-86C9ED67651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EDE368-9755-105F-BB8D-1BCF9186B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724" y="790490"/>
            <a:ext cx="9448800" cy="5703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2D13D-6B69-03D8-BA22-587B943A257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2EDDE2-92B0-4E36-9FF7-058CE3108A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64" t="4167" r="1159" b="4479"/>
          <a:stretch>
            <a:fillRect/>
          </a:stretch>
        </p:blipFill>
        <p:spPr>
          <a:xfrm>
            <a:off x="1066800" y="816977"/>
            <a:ext cx="9790176" cy="529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55001C-8880-8B09-8704-29D3F62E7A03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EB0367-7878-E814-3722-8C5345A567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5" t="2915" r="-175" b="6075"/>
          <a:stretch>
            <a:fillRect/>
          </a:stretch>
        </p:blipFill>
        <p:spPr>
          <a:xfrm>
            <a:off x="804334" y="1044263"/>
            <a:ext cx="9906000" cy="508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4C73CA-8A63-2CFB-A179-60EF6425A8E1}"/>
              </a:ext>
            </a:extLst>
          </p:cNvPr>
          <p:cNvSpPr txBox="1"/>
          <p:nvPr/>
        </p:nvSpPr>
        <p:spPr>
          <a:xfrm>
            <a:off x="465667" y="423334"/>
            <a:ext cx="89323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ym typeface="Times New Roman"/>
              </a:rPr>
              <a:t>Project Output Screenshot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6EC9E4-21DC-A243-C8BE-ED7E22268F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74" b="5185"/>
          <a:stretch>
            <a:fillRect/>
          </a:stretch>
        </p:blipFill>
        <p:spPr>
          <a:xfrm>
            <a:off x="829732" y="1080773"/>
            <a:ext cx="9889068" cy="5353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498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861907" y="626534"/>
            <a:ext cx="10331028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The proposed Interview Trainer AI Agent stands out by combining Generative AI, personalized interview practice, and intelligent answer evaluation into a single interactive system.</a:t>
            </a:r>
          </a:p>
          <a:p>
            <a:endParaRPr lang="en-US" dirty="0"/>
          </a:p>
          <a:p>
            <a:r>
              <a:rPr lang="en-US" b="1" dirty="0"/>
              <a:t>AI-Powered Interview Practice </a:t>
            </a:r>
            <a:r>
              <a:rPr lang="en-US" dirty="0"/>
              <a:t>– Uses IBM watsonx.ai and IBM Granite to generate realistic interview questions and provide intelligent responses.</a:t>
            </a:r>
          </a:p>
          <a:p>
            <a:endParaRPr lang="en-US" dirty="0"/>
          </a:p>
          <a:p>
            <a:r>
              <a:rPr lang="en-US" b="1" dirty="0"/>
              <a:t>Personalized Interviews </a:t>
            </a:r>
            <a:r>
              <a:rPr lang="en-US" dirty="0"/>
              <a:t>– Adapts interview questions based on the candidate's selected role, difficulty level, and interview context.</a:t>
            </a:r>
          </a:p>
          <a:p>
            <a:endParaRPr lang="en-US" dirty="0"/>
          </a:p>
          <a:p>
            <a:r>
              <a:rPr lang="en-US" b="1" dirty="0"/>
              <a:t>Intelligent Answer Evaluation </a:t>
            </a:r>
            <a:r>
              <a:rPr lang="en-US" dirty="0"/>
              <a:t>– Analyzes candidate answers and provides AI-generated feedback, strengths, weaknesses, and improvement suggestions.</a:t>
            </a:r>
          </a:p>
          <a:p>
            <a:endParaRPr lang="en-US" dirty="0"/>
          </a:p>
          <a:p>
            <a:r>
              <a:rPr lang="en-US" b="1" dirty="0"/>
              <a:t>Dynamic Question Generation </a:t>
            </a:r>
            <a:r>
              <a:rPr lang="en-US" dirty="0"/>
              <a:t>– Generates relevant questions dynamically instead of relying only on a fixed question bank.</a:t>
            </a:r>
          </a:p>
          <a:p>
            <a:r>
              <a:rPr lang="en-US" dirty="0"/>
              <a:t> Performance Scoring – Provides an overall interview score to help candidates understand their performance.</a:t>
            </a:r>
          </a:p>
          <a:p>
            <a:endParaRPr lang="en-US" dirty="0"/>
          </a:p>
          <a:p>
            <a:r>
              <a:rPr lang="en-US" b="1" dirty="0"/>
              <a:t>Real-Time Feedback </a:t>
            </a:r>
            <a:r>
              <a:rPr lang="en-US" dirty="0"/>
              <a:t>– Gives immediate feedback after answering, helping candidates identify mistakes and improve continuously.</a:t>
            </a:r>
          </a:p>
          <a:p>
            <a:endParaRPr lang="en-US" dirty="0"/>
          </a:p>
          <a:p>
            <a:r>
              <a:rPr lang="en-US" b="1" dirty="0"/>
              <a:t>Multiple Difficulty Levels </a:t>
            </a:r>
            <a:r>
              <a:rPr lang="en-US" dirty="0"/>
              <a:t>– Supports different levels such as Beginner, Intermediate, and Advanced, enabling progressive interview preparation.</a:t>
            </a:r>
          </a:p>
          <a:p>
            <a:endParaRPr lang="en-US" dirty="0"/>
          </a:p>
          <a:p>
            <a:r>
              <a:rPr lang="en-US" b="1" dirty="0"/>
              <a:t>IBM </a:t>
            </a:r>
            <a:r>
              <a:rPr lang="en-US" b="1" dirty="0" err="1"/>
              <a:t>watsonx</a:t>
            </a:r>
            <a:r>
              <a:rPr lang="en-US" b="1" dirty="0"/>
              <a:t> Integration </a:t>
            </a:r>
            <a:r>
              <a:rPr lang="en-US" dirty="0"/>
              <a:t>– Built using </a:t>
            </a:r>
            <a:r>
              <a:rPr lang="en-US" b="1" dirty="0"/>
              <a:t>IBM watsonx.ai with IBM Granite 3.3 8B </a:t>
            </a:r>
            <a:r>
              <a:rPr lang="en-US" dirty="0"/>
              <a:t>Instruct, providing an enterprise-ready Generative AI foundation.</a:t>
            </a:r>
          </a:p>
          <a:p>
            <a:endParaRPr lang="en-US" dirty="0"/>
          </a:p>
          <a:p>
            <a:r>
              <a:rPr lang="en-US" dirty="0"/>
              <a:t>This makes the solution a smart, adaptive, and interactive AI interview coach, rather than just a static question-and-answer platform.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GitHub Repository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Complete source code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IBM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watsonx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AI integration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Frontend &amp; backend files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Project documentation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Problem Statement PDF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Deployment configuration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GitHub:</a:t>
            </a:r>
            <a:endParaRPr lang="en-US" sz="1850" b="0" i="0" u="none" strike="noStrike" cap="none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https://github.com/fmd939427-arch/Interview_Trainer_AI_Agent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007533" y="448733"/>
            <a:ext cx="6655687" cy="67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007533" y="1221715"/>
            <a:ext cx="9425771" cy="5009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lang="en-US" sz="1850" b="1" dirty="0">
                <a:solidFill>
                  <a:srgbClr val="2B3541"/>
                </a:solidFill>
                <a:latin typeface="+mj-lt"/>
                <a:ea typeface="Times New Roman"/>
                <a:cs typeface="Times New Roman"/>
                <a:sym typeface="Times New Roman"/>
              </a:rPr>
              <a:t>Voice-Based Interview &amp; Speech Analysis 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+mn-lt"/>
                <a:ea typeface="Times New Roman"/>
                <a:cs typeface="Times New Roman"/>
                <a:sym typeface="Times New Roman"/>
              </a:rPr>
              <a:t>Future versions can support voice interaction and analyze communication skills, confidence, fluency, pronunciation, and filler words to provide more detailed feedback. </a:t>
            </a:r>
          </a:p>
          <a:p>
            <a:pPr marL="457200" lvl="0" indent="-457200">
              <a:lnSpc>
                <a:spcPct val="162162"/>
              </a:lnSpc>
              <a:buClr>
                <a:srgbClr val="2B3541"/>
              </a:buClr>
              <a:buSzPts val="1850"/>
              <a:buAutoNum type="arabicPeriod"/>
            </a:pPr>
            <a:endParaRPr lang="en-US" sz="1850" dirty="0">
              <a:solidFill>
                <a:srgbClr val="2B3541"/>
              </a:solidFill>
              <a:latin typeface="+mn-lt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en-US" sz="1850" b="1" dirty="0">
                <a:solidFill>
                  <a:srgbClr val="2B3541"/>
                </a:solidFill>
                <a:latin typeface="+mj-lt"/>
                <a:ea typeface="Times New Roman"/>
                <a:cs typeface="Times New Roman"/>
                <a:sym typeface="Times New Roman"/>
              </a:rPr>
              <a:t>Multilingual Interview Support 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+mn-lt"/>
                <a:ea typeface="Times New Roman"/>
                <a:cs typeface="Times New Roman"/>
                <a:sym typeface="Times New Roman"/>
              </a:rPr>
              <a:t>Support for multiple languages can make the platform more accessible and allow candidates to practice interviews in their preferred language.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1850" i="0" u="none" strike="noStrike" cap="none" dirty="0">
              <a:solidFill>
                <a:srgbClr val="2B3541"/>
              </a:solidFill>
              <a:latin typeface="+mn-lt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latin typeface="+mj-lt"/>
                <a:ea typeface="Times New Roman"/>
                <a:cs typeface="Times New Roman"/>
                <a:sym typeface="Times New Roman"/>
              </a:rPr>
              <a:t>3. Advanced Performance Analytics </a:t>
            </a:r>
            <a:r>
              <a:rPr lang="en-US" sz="1850" dirty="0">
                <a:latin typeface="+mj-lt"/>
                <a:ea typeface="Times New Roman"/>
                <a:cs typeface="Times New Roman"/>
                <a:sym typeface="Times New Roman"/>
              </a:rPr>
              <a:t>–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latin typeface="+mn-lt"/>
                <a:ea typeface="Times New Roman"/>
                <a:cs typeface="Times New Roman"/>
                <a:sym typeface="Times New Roman"/>
              </a:rPr>
              <a:t>The system can provide detailed progress tracking, skill-wise analysis, interview history, and personalized recommendations to help candidates continuously improve.</a:t>
            </a:r>
            <a:endParaRPr sz="1850" i="0" u="none" strike="noStrike" cap="none" dirty="0">
              <a:solidFill>
                <a:srgbClr val="000000"/>
              </a:solidFill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Please  add your </a:t>
            </a:r>
            <a:r>
              <a:rPr lang="en-US" sz="2400" b="1" dirty="0" err="1"/>
              <a:t>credly</a:t>
            </a:r>
            <a:r>
              <a:rPr lang="en-US" sz="2400" b="1" dirty="0"/>
              <a:t> certificate(Getting Started with Artificial Intelligence) 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BA9579-7D06-744D-ACF7-C3CCA737BF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47" t="12897" r="16358" b="5556"/>
          <a:stretch>
            <a:fillRect/>
          </a:stretch>
        </p:blipFill>
        <p:spPr>
          <a:xfrm>
            <a:off x="2243668" y="1367169"/>
            <a:ext cx="6731000" cy="500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2CEB94-1A40-43D5-80AC-23BBA0540F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18" t="13456" r="14198" b="5555"/>
          <a:stretch>
            <a:fillRect/>
          </a:stretch>
        </p:blipFill>
        <p:spPr>
          <a:xfrm>
            <a:off x="2048933" y="1625600"/>
            <a:ext cx="7391400" cy="517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1387</TotalTime>
  <Words>1243</Words>
  <Application>Microsoft Office PowerPoint</Application>
  <PresentationFormat>Widescreen</PresentationFormat>
  <Paragraphs>193</Paragraphs>
  <Slides>21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childhacky@gmail.com</cp:lastModifiedBy>
  <cp:revision>6</cp:revision>
  <dcterms:created xsi:type="dcterms:W3CDTF">2025-07-08T05:06:56Z</dcterms:created>
  <dcterms:modified xsi:type="dcterms:W3CDTF">2026-09-10T11:04:52Z</dcterms:modified>
</cp:coreProperties>
</file>